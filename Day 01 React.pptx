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36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69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1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76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622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67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8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0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354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03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0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4DF5058-BEB1-4549-94B6-A9CF2842E35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BD9061A-15B6-46C3-A37A-DD8FF8813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374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E0E1-C12F-71A5-A5FD-C4D04372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cs typeface="Poppins" panose="00000500000000000000" pitchFamily="2" charset="0"/>
              </a:rPr>
              <a:t>What is React and Why Use It?</a:t>
            </a:r>
            <a:endParaRPr lang="en-IN" b="1" dirty="0">
              <a:solidFill>
                <a:schemeClr val="accent3">
                  <a:lumMod val="40000"/>
                  <a:lumOff val="60000"/>
                </a:schemeClr>
              </a:solidFill>
              <a:cs typeface="Poppins" panose="00000500000000000000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2B9779-90DA-37A3-6459-EFCDECBAC7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59909"/>
            <a:ext cx="968231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React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JavaScript library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 for building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user interfaces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, mainly for web apps.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Developed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Facebook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 in 2013, now widely used.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React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component-based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, meaning your UI is made of reusable pieces.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React uses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virtual DOM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 for fast updates.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Poppins" panose="00000500000000000000" pitchFamily="2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Advantages: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i="1" dirty="0">
                <a:latin typeface="+mj-lt"/>
                <a:cs typeface="Poppins" panose="00000500000000000000" pitchFamily="2" charset="0"/>
              </a:rPr>
              <a:t>Reusable components → faster development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i="1" dirty="0">
                <a:latin typeface="+mj-lt"/>
                <a:cs typeface="Poppins" panose="00000500000000000000" pitchFamily="2" charset="0"/>
              </a:rPr>
              <a:t>Fast rendering with Virtual DOM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i="1" dirty="0">
                <a:latin typeface="+mj-lt"/>
                <a:cs typeface="Poppins" panose="00000500000000000000" pitchFamily="2" charset="0"/>
              </a:rPr>
              <a:t>Strong ecosystem &amp; community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i="1" dirty="0">
                <a:latin typeface="+mj-lt"/>
                <a:cs typeface="Poppins" panose="00000500000000000000" pitchFamily="2" charset="0"/>
              </a:rPr>
              <a:t>Easy integration with APIs and other libraries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38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DC36-D747-ADE5-7E0B-335456F0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  <a:cs typeface="Poppins" panose="00000500000000000000" pitchFamily="2" charset="0"/>
              </a:rPr>
              <a:t>Setting Up Environment</a:t>
            </a: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  <a:latin typeface="+mn-lt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371F5-AA39-4868-458A-2CB0E4675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cs typeface="Poppins" panose="00000500000000000000" pitchFamily="2" charset="0"/>
              </a:rPr>
              <a:t>Required Software:</a:t>
            </a:r>
            <a:endParaRPr lang="en-IN" sz="2000" dirty="0">
              <a:cs typeface="Poppins" panose="00000500000000000000" pitchFamily="2" charset="0"/>
            </a:endParaRPr>
          </a:p>
          <a:p>
            <a:pPr marL="457200" lvl="1" indent="0">
              <a:buNone/>
            </a:pPr>
            <a:r>
              <a:rPr lang="en-IN" sz="1600" b="1" dirty="0">
                <a:cs typeface="Poppins" panose="00000500000000000000" pitchFamily="2" charset="0"/>
              </a:rPr>
              <a:t>Node.js</a:t>
            </a:r>
            <a:r>
              <a:rPr lang="en-IN" sz="1600" dirty="0">
                <a:cs typeface="Poppins" panose="00000500000000000000" pitchFamily="2" charset="0"/>
              </a:rPr>
              <a:t> (includes </a:t>
            </a:r>
            <a:r>
              <a:rPr lang="en-IN" sz="1600" dirty="0" err="1">
                <a:cs typeface="Poppins" panose="00000500000000000000" pitchFamily="2" charset="0"/>
              </a:rPr>
              <a:t>npm</a:t>
            </a:r>
            <a:r>
              <a:rPr lang="en-IN" sz="1600" dirty="0">
                <a:cs typeface="Poppins" panose="00000500000000000000" pitchFamily="2" charset="0"/>
              </a:rPr>
              <a:t>) – </a:t>
            </a:r>
            <a:r>
              <a:rPr lang="en-IN" sz="1600" dirty="0">
                <a:cs typeface="Poppins" panose="00000500000000000000" pitchFamily="2" charset="0"/>
                <a:hlinkClick r:id="rId2"/>
              </a:rPr>
              <a:t>https://nodejs.org/</a:t>
            </a:r>
            <a:endParaRPr lang="en-IN" sz="1600" dirty="0">
              <a:cs typeface="Poppins" panose="00000500000000000000" pitchFamily="2" charset="0"/>
            </a:endParaRPr>
          </a:p>
          <a:p>
            <a:pPr marL="457200" lvl="1" indent="0">
              <a:buNone/>
            </a:pPr>
            <a:r>
              <a:rPr lang="en-IN" sz="1600" b="1" dirty="0">
                <a:cs typeface="Poppins" panose="00000500000000000000" pitchFamily="2" charset="0"/>
              </a:rPr>
              <a:t>VS Code</a:t>
            </a:r>
            <a:r>
              <a:rPr lang="en-IN" sz="1600" dirty="0">
                <a:cs typeface="Poppins" panose="00000500000000000000" pitchFamily="2" charset="0"/>
              </a:rPr>
              <a:t> – </a:t>
            </a:r>
            <a:r>
              <a:rPr lang="en-IN" sz="1600" dirty="0">
                <a:cs typeface="Poppins" panose="00000500000000000000" pitchFamily="2" charset="0"/>
                <a:hlinkClick r:id="rId3"/>
              </a:rPr>
              <a:t>https://code.visualstudio.com/</a:t>
            </a:r>
            <a:endParaRPr lang="en-IN" sz="1600" dirty="0">
              <a:cs typeface="Poppins" panose="00000500000000000000" pitchFamily="2" charset="0"/>
            </a:endParaRPr>
          </a:p>
          <a:p>
            <a:pPr marL="457200" lvl="1" indent="0">
              <a:buNone/>
            </a:pPr>
            <a:endParaRPr lang="en-IN" sz="1600" dirty="0">
              <a:cs typeface="Poppins" panose="00000500000000000000" pitchFamily="2" charset="0"/>
            </a:endParaRPr>
          </a:p>
          <a:p>
            <a:pPr marL="0" indent="0">
              <a:buNone/>
            </a:pPr>
            <a:r>
              <a:rPr lang="en-IN" sz="2000" b="1" dirty="0">
                <a:cs typeface="Poppins" panose="00000500000000000000" pitchFamily="2" charset="0"/>
              </a:rPr>
              <a:t>Check Installation:</a:t>
            </a:r>
            <a:endParaRPr lang="en-IN" sz="2000" dirty="0">
              <a:cs typeface="Poppins" panose="00000500000000000000" pitchFamily="2" charset="0"/>
            </a:endParaRP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node -v</a:t>
            </a:r>
          </a:p>
          <a:p>
            <a:pPr marL="457200" lvl="1" indent="0">
              <a:buNone/>
            </a:pPr>
            <a:r>
              <a:rPr lang="en-IN" sz="1600" i="1" dirty="0" err="1">
                <a:latin typeface="Consolas" panose="020B0609020204030204" pitchFamily="49" charset="0"/>
                <a:cs typeface="Poppins" panose="00000500000000000000" pitchFamily="2" charset="0"/>
              </a:rPr>
              <a:t>npm</a:t>
            </a: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-v</a:t>
            </a:r>
          </a:p>
          <a:p>
            <a:endParaRPr lang="en-IN" sz="2000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54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CBA98-A4A3-D25F-8BF9-197AC629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  <a:cs typeface="Poppins" panose="00000500000000000000" pitchFamily="2" charset="0"/>
              </a:rPr>
              <a:t>Create First React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FA9F-8F06-FE48-AA3E-706961412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+mj-lt"/>
                <a:cs typeface="Poppins" panose="00000500000000000000" pitchFamily="2" charset="0"/>
              </a:rPr>
              <a:t>Two popular ways: </a:t>
            </a:r>
            <a:r>
              <a:rPr lang="en-IN" sz="2000" b="1" dirty="0">
                <a:latin typeface="+mj-lt"/>
                <a:cs typeface="Poppins" panose="00000500000000000000" pitchFamily="2" charset="0"/>
              </a:rPr>
              <a:t>Create React App</a:t>
            </a:r>
            <a:r>
              <a:rPr lang="en-IN" sz="2000" dirty="0">
                <a:latin typeface="+mj-lt"/>
                <a:cs typeface="Poppins" panose="00000500000000000000" pitchFamily="2" charset="0"/>
              </a:rPr>
              <a:t> or </a:t>
            </a:r>
            <a:r>
              <a:rPr lang="en-IN" sz="2000" b="1" dirty="0">
                <a:latin typeface="+mj-lt"/>
                <a:cs typeface="Poppins" panose="00000500000000000000" pitchFamily="2" charset="0"/>
              </a:rPr>
              <a:t>Vite</a:t>
            </a:r>
            <a:r>
              <a:rPr lang="en-IN" sz="2000" dirty="0">
                <a:latin typeface="+mj-lt"/>
                <a:cs typeface="Poppins" panose="000005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en-IN" sz="2000" b="1" dirty="0">
                <a:latin typeface="+mj-lt"/>
                <a:cs typeface="Poppins" panose="00000500000000000000" pitchFamily="2" charset="0"/>
              </a:rPr>
              <a:t>Option 1 – Create React App</a:t>
            </a:r>
          </a:p>
          <a:p>
            <a:pPr marL="457200" lvl="1" indent="0">
              <a:buNone/>
            </a:pPr>
            <a:r>
              <a:rPr lang="en-IN" sz="1600" i="1" dirty="0" err="1">
                <a:latin typeface="Consolas" panose="020B0609020204030204" pitchFamily="49" charset="0"/>
                <a:cs typeface="Poppins" panose="00000500000000000000" pitchFamily="2" charset="0"/>
              </a:rPr>
              <a:t>npx</a:t>
            </a: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create-react-app my-first-app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cd my-first-app</a:t>
            </a:r>
          </a:p>
          <a:p>
            <a:pPr marL="457200" lvl="1" indent="0">
              <a:buNone/>
            </a:pPr>
            <a:r>
              <a:rPr lang="en-IN" sz="1600" i="1" dirty="0" err="1">
                <a:latin typeface="Consolas" panose="020B0609020204030204" pitchFamily="49" charset="0"/>
                <a:cs typeface="Poppins" panose="00000500000000000000" pitchFamily="2" charset="0"/>
              </a:rPr>
              <a:t>npm</a:t>
            </a: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start</a:t>
            </a:r>
          </a:p>
          <a:p>
            <a:pPr marL="0" indent="0">
              <a:buNone/>
            </a:pPr>
            <a:r>
              <a:rPr lang="en-IN" sz="2000" b="1" dirty="0">
                <a:latin typeface="+mj-lt"/>
                <a:cs typeface="Poppins" panose="00000500000000000000" pitchFamily="2" charset="0"/>
              </a:rPr>
              <a:t>Option 2 – Vite (faster &amp; modern)</a:t>
            </a:r>
          </a:p>
          <a:p>
            <a:pPr marL="457200" lvl="1" indent="0">
              <a:buNone/>
            </a:pPr>
            <a:r>
              <a:rPr lang="en-IN" sz="1600" i="1" dirty="0" err="1">
                <a:latin typeface="Consolas" panose="020B0609020204030204" pitchFamily="49" charset="0"/>
                <a:cs typeface="Poppins" panose="00000500000000000000" pitchFamily="2" charset="0"/>
              </a:rPr>
              <a:t>npm</a:t>
            </a: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create </a:t>
            </a:r>
            <a:r>
              <a:rPr lang="en-IN" sz="1600" i="1" dirty="0" err="1">
                <a:latin typeface="Consolas" panose="020B0609020204030204" pitchFamily="49" charset="0"/>
                <a:cs typeface="Poppins" panose="00000500000000000000" pitchFamily="2" charset="0"/>
              </a:rPr>
              <a:t>vite@latest</a:t>
            </a: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my-first-app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cd my-first-app</a:t>
            </a:r>
          </a:p>
          <a:p>
            <a:pPr marL="457200" lvl="1" indent="0">
              <a:buNone/>
            </a:pPr>
            <a:r>
              <a:rPr lang="en-IN" sz="1600" i="1" dirty="0" err="1">
                <a:latin typeface="Consolas" panose="020B0609020204030204" pitchFamily="49" charset="0"/>
                <a:cs typeface="Poppins" panose="00000500000000000000" pitchFamily="2" charset="0"/>
              </a:rPr>
              <a:t>npm</a:t>
            </a: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install</a:t>
            </a:r>
          </a:p>
          <a:p>
            <a:pPr marL="457200" lvl="1" indent="0">
              <a:buNone/>
            </a:pPr>
            <a:r>
              <a:rPr lang="en-IN" sz="1600" i="1" dirty="0" err="1">
                <a:latin typeface="Consolas" panose="020B0609020204030204" pitchFamily="49" charset="0"/>
                <a:cs typeface="Poppins" panose="00000500000000000000" pitchFamily="2" charset="0"/>
              </a:rPr>
              <a:t>npm</a:t>
            </a: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run dev</a:t>
            </a:r>
          </a:p>
          <a:p>
            <a:pPr marL="457200" lvl="1" indent="0">
              <a:buNone/>
            </a:pPr>
            <a:endParaRPr lang="en-IN" sz="1600" dirty="0">
              <a:latin typeface="+mj-lt"/>
              <a:cs typeface="Poppins" panose="00000500000000000000" pitchFamily="2" charset="0"/>
            </a:endParaRPr>
          </a:p>
          <a:p>
            <a:pPr marL="0" indent="0">
              <a:buNone/>
            </a:pPr>
            <a:r>
              <a:rPr lang="en-IN" sz="2000" b="1" i="1" dirty="0">
                <a:latin typeface="+mj-lt"/>
                <a:cs typeface="Poppins" panose="00000500000000000000" pitchFamily="2" charset="0"/>
              </a:rPr>
              <a:t>VS Code Tip:</a:t>
            </a:r>
            <a:r>
              <a:rPr lang="en-IN" sz="2000" i="1" dirty="0">
                <a:latin typeface="+mj-lt"/>
                <a:cs typeface="Poppins" panose="00000500000000000000" pitchFamily="2" charset="0"/>
              </a:rPr>
              <a:t> Open project folder in VS Code (code .)</a:t>
            </a:r>
          </a:p>
          <a:p>
            <a:endParaRPr lang="en-IN" sz="2000" dirty="0">
              <a:latin typeface="+mj-lt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46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CBA6-45F1-763C-1C79-A7682A8FE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  <a:cs typeface="Poppins" panose="00000500000000000000" pitchFamily="2" charset="0"/>
              </a:rPr>
              <a:t>JSX Syntax Basics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35D5CC-1EDF-2E0F-BC47-F61CF19C5C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0731"/>
            <a:ext cx="8276303" cy="517263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JSX = JavaScript + HTML in React.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Poppins" panose="00000500000000000000" pitchFamily="2" charset="0"/>
              </a:rPr>
              <a:t>Example: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import React from 'react';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i="1" dirty="0">
              <a:highlight>
                <a:srgbClr val="C0C0C0"/>
              </a:highlight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function App() {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const name = “Rohan";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return (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  &lt;div&gt;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    &lt;h1&gt;Hello React!&lt;/h1&gt;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    &lt;p&gt;Welcome, {name}!&lt;/p&gt;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  &lt;/div&gt;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);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}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latin typeface="Consolas" panose="020B0609020204030204" pitchFamily="49" charset="0"/>
                <a:cs typeface="Poppins" panose="00000500000000000000" pitchFamily="2" charset="0"/>
              </a:rPr>
              <a:t>export default App;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 marL="0" indent="0">
              <a:buNone/>
            </a:pPr>
            <a:r>
              <a:rPr lang="en-US" sz="2000" b="1" dirty="0">
                <a:latin typeface="+mj-lt"/>
                <a:cs typeface="Poppins" panose="00000500000000000000" pitchFamily="2" charset="0"/>
              </a:rPr>
              <a:t>Notes:</a:t>
            </a:r>
            <a:endParaRPr lang="en-US" sz="2000" dirty="0">
              <a:latin typeface="+mj-lt"/>
              <a:cs typeface="Poppins" panose="00000500000000000000" pitchFamily="2" charset="0"/>
            </a:endParaRPr>
          </a:p>
          <a:p>
            <a:pPr lvl="1"/>
            <a:r>
              <a:rPr lang="en-US" sz="1600" dirty="0">
                <a:latin typeface="+mj-lt"/>
                <a:cs typeface="Poppins" panose="00000500000000000000" pitchFamily="2" charset="0"/>
              </a:rPr>
              <a:t>Curly braces {} → used to embed JS expressions in JSX</a:t>
            </a:r>
          </a:p>
          <a:p>
            <a:pPr lvl="1"/>
            <a:r>
              <a:rPr lang="en-US" sz="1600" dirty="0">
                <a:latin typeface="+mj-lt"/>
                <a:cs typeface="Poppins" panose="00000500000000000000" pitchFamily="2" charset="0"/>
              </a:rPr>
              <a:t>Must </a:t>
            </a:r>
            <a:r>
              <a:rPr lang="en-US" sz="1600" b="1" dirty="0">
                <a:latin typeface="+mj-lt"/>
                <a:cs typeface="Poppins" panose="00000500000000000000" pitchFamily="2" charset="0"/>
              </a:rPr>
              <a:t>return a single root element</a:t>
            </a:r>
            <a:r>
              <a:rPr lang="en-US" sz="1600" dirty="0">
                <a:latin typeface="+mj-lt"/>
                <a:cs typeface="Poppins" panose="00000500000000000000" pitchFamily="2" charset="0"/>
              </a:rPr>
              <a:t> (div, section, &lt;&gt; &lt;/&gt;)</a:t>
            </a:r>
          </a:p>
          <a:p>
            <a:pPr lvl="1"/>
            <a:r>
              <a:rPr lang="en-US" sz="1600" dirty="0">
                <a:latin typeface="+mj-lt"/>
                <a:cs typeface="Poppins" panose="00000500000000000000" pitchFamily="2" charset="0"/>
              </a:rPr>
              <a:t>JSX gets compiled to </a:t>
            </a:r>
            <a:r>
              <a:rPr lang="en-US" sz="1600" dirty="0" err="1">
                <a:latin typeface="+mj-lt"/>
                <a:cs typeface="Poppins" panose="00000500000000000000" pitchFamily="2" charset="0"/>
              </a:rPr>
              <a:t>React.createElement</a:t>
            </a:r>
            <a:r>
              <a:rPr lang="en-US" sz="1600" dirty="0">
                <a:latin typeface="+mj-lt"/>
                <a:cs typeface="Poppins" panose="00000500000000000000" pitchFamily="2" charset="0"/>
              </a:rPr>
              <a:t>() under the hood</a:t>
            </a:r>
          </a:p>
        </p:txBody>
      </p:sp>
    </p:spTree>
    <p:extLst>
      <p:ext uri="{BB962C8B-B14F-4D97-AF65-F5344CB8AC3E}">
        <p14:creationId xmlns:p14="http://schemas.microsoft.com/office/powerpoint/2010/main" val="1985105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996C-8740-8656-9642-A5E6962C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  <a:cs typeface="Poppins" panose="00000500000000000000" pitchFamily="2" charset="0"/>
              </a:rPr>
              <a:t>Mini-Task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C6308-887F-CA92-E383-68833047B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+mj-lt"/>
                <a:cs typeface="Poppins" panose="00000500000000000000" pitchFamily="2" charset="0"/>
              </a:rPr>
              <a:t>Objective:</a:t>
            </a:r>
            <a:r>
              <a:rPr lang="en-US" sz="2000" dirty="0">
                <a:latin typeface="+mj-lt"/>
                <a:cs typeface="Poppins" panose="00000500000000000000" pitchFamily="2" charset="0"/>
              </a:rPr>
              <a:t> Render “Hello React” on the page.</a:t>
            </a:r>
          </a:p>
          <a:p>
            <a:pPr marL="0" indent="0">
              <a:buNone/>
            </a:pPr>
            <a:r>
              <a:rPr lang="en-IN" sz="2000" b="1" dirty="0">
                <a:latin typeface="+mj-lt"/>
                <a:cs typeface="Poppins" panose="00000500000000000000" pitchFamily="2" charset="0"/>
              </a:rPr>
              <a:t> Steps:</a:t>
            </a:r>
            <a:endParaRPr lang="en-IN" sz="2000" dirty="0">
              <a:latin typeface="+mj-lt"/>
              <a:cs typeface="Poppins" panose="000005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+mj-lt"/>
                <a:cs typeface="Poppins" panose="00000500000000000000" pitchFamily="2" charset="0"/>
              </a:rPr>
              <a:t>Open App.js in </a:t>
            </a:r>
            <a:r>
              <a:rPr lang="en-IN" sz="2000" dirty="0" err="1">
                <a:latin typeface="+mj-lt"/>
                <a:cs typeface="Poppins" panose="00000500000000000000" pitchFamily="2" charset="0"/>
              </a:rPr>
              <a:t>src</a:t>
            </a:r>
            <a:r>
              <a:rPr lang="en-IN" sz="2000" dirty="0">
                <a:latin typeface="+mj-lt"/>
                <a:cs typeface="Poppins" panose="00000500000000000000" pitchFamily="2" charset="0"/>
              </a:rPr>
              <a:t>/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+mj-lt"/>
                <a:cs typeface="Poppins" panose="00000500000000000000" pitchFamily="2" charset="0"/>
              </a:rPr>
              <a:t>Replace default code with: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function App() {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return (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  &lt;div&gt;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    &lt;h1&gt;Hello React&lt;/h1&gt;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  &lt;/div&gt;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  );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}</a:t>
            </a:r>
          </a:p>
          <a:p>
            <a:pPr marL="457200" lvl="1" indent="0">
              <a:buNone/>
            </a:pPr>
            <a:r>
              <a:rPr lang="en-IN" sz="1600" i="1" dirty="0">
                <a:latin typeface="Consolas" panose="020B0609020204030204" pitchFamily="49" charset="0"/>
                <a:cs typeface="Poppins" panose="00000500000000000000" pitchFamily="2" charset="0"/>
              </a:rPr>
              <a:t>export default App;</a:t>
            </a:r>
            <a:endParaRPr lang="en-IN" sz="1600" i="1" dirty="0">
              <a:latin typeface="+mj-lt"/>
              <a:cs typeface="Poppins" panose="000005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+mj-lt"/>
                <a:cs typeface="Poppins" panose="00000500000000000000" pitchFamily="2" charset="0"/>
              </a:rPr>
              <a:t>Save and check in browser (</a:t>
            </a:r>
            <a:r>
              <a:rPr lang="en-IN" sz="2000" dirty="0" err="1">
                <a:latin typeface="+mj-lt"/>
                <a:cs typeface="Poppins" panose="00000500000000000000" pitchFamily="2" charset="0"/>
              </a:rPr>
              <a:t>npm</a:t>
            </a:r>
            <a:r>
              <a:rPr lang="en-IN" sz="2000" dirty="0">
                <a:latin typeface="+mj-lt"/>
                <a:cs typeface="Poppins" panose="00000500000000000000" pitchFamily="2" charset="0"/>
              </a:rPr>
              <a:t> start or </a:t>
            </a:r>
            <a:r>
              <a:rPr lang="en-IN" sz="2000" dirty="0" err="1">
                <a:latin typeface="+mj-lt"/>
                <a:cs typeface="Poppins" panose="00000500000000000000" pitchFamily="2" charset="0"/>
              </a:rPr>
              <a:t>npm</a:t>
            </a:r>
            <a:r>
              <a:rPr lang="en-IN" sz="2000" dirty="0">
                <a:latin typeface="+mj-lt"/>
                <a:cs typeface="Poppins" panose="00000500000000000000" pitchFamily="2" charset="0"/>
              </a:rPr>
              <a:t> run dev)</a:t>
            </a:r>
          </a:p>
          <a:p>
            <a:pPr marL="0" indent="0">
              <a:buNone/>
            </a:pPr>
            <a:endParaRPr lang="en-IN" sz="2000" dirty="0">
              <a:latin typeface="+mj-lt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767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20F0-DA23-AB69-9B2E-E8C769CF0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Thanks for Watching!</a:t>
            </a:r>
            <a:br>
              <a:rPr lang="en-IN" i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</a:br>
            <a:r>
              <a:rPr lang="en-IN" sz="2000" i="1" dirty="0">
                <a:latin typeface="Consolas" panose="020B0609020204030204" pitchFamily="49" charset="0"/>
              </a:rPr>
              <a:t>Like, share, subscribe!</a:t>
            </a:r>
          </a:p>
        </p:txBody>
      </p:sp>
    </p:spTree>
    <p:extLst>
      <p:ext uri="{BB962C8B-B14F-4D97-AF65-F5344CB8AC3E}">
        <p14:creationId xmlns:p14="http://schemas.microsoft.com/office/powerpoint/2010/main" val="4208903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366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Poppins</vt:lpstr>
      <vt:lpstr>Office Theme</vt:lpstr>
      <vt:lpstr>What is React and Why Use It?</vt:lpstr>
      <vt:lpstr>Setting Up Environment</vt:lpstr>
      <vt:lpstr>Create First React App</vt:lpstr>
      <vt:lpstr>JSX Syntax Basics</vt:lpstr>
      <vt:lpstr>Mini-Task</vt:lpstr>
      <vt:lpstr>Thanks for Watching! Like, share, subscribe!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Pathekar</dc:creator>
  <cp:lastModifiedBy>Nitin Pathekar</cp:lastModifiedBy>
  <cp:revision>1</cp:revision>
  <dcterms:created xsi:type="dcterms:W3CDTF">2026-01-23T14:35:28Z</dcterms:created>
  <dcterms:modified xsi:type="dcterms:W3CDTF">2026-01-23T16:21:42Z</dcterms:modified>
</cp:coreProperties>
</file>